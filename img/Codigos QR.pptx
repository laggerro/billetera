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096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522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844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913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842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239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31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14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0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603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930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A0037-3C86-4C03-88D3-14A30E949CC5}" type="datetimeFigureOut">
              <a:rPr lang="es-AR" smtClean="0"/>
              <a:t>24/7/2026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BD675-CDF0-4290-AF46-CEDE8A733820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060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D4931017-F1BF-8106-480F-6CDB5278F5EE}"/>
              </a:ext>
            </a:extLst>
          </p:cNvPr>
          <p:cNvSpPr txBox="1"/>
          <p:nvPr/>
        </p:nvSpPr>
        <p:spPr>
          <a:xfrm>
            <a:off x="896645" y="1695635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Alumno-000001</a:t>
            </a:r>
            <a:endParaRPr lang="es-A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6350F4-D5C8-3CEA-4CC6-DF7D4D99FCDC}"/>
              </a:ext>
            </a:extLst>
          </p:cNvPr>
          <p:cNvSpPr txBox="1"/>
          <p:nvPr/>
        </p:nvSpPr>
        <p:spPr>
          <a:xfrm>
            <a:off x="2802385" y="1709535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Alumno-000002</a:t>
            </a:r>
            <a:endParaRPr lang="es-AR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C4604D-1325-B545-CECB-A4EE3B27C1AF}"/>
              </a:ext>
            </a:extLst>
          </p:cNvPr>
          <p:cNvSpPr txBox="1"/>
          <p:nvPr/>
        </p:nvSpPr>
        <p:spPr>
          <a:xfrm>
            <a:off x="4952092" y="1695634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Alumno-000003</a:t>
            </a:r>
            <a:endParaRPr lang="es-A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37AE9C-3FFD-DAE6-D133-66758A7E08AD}"/>
              </a:ext>
            </a:extLst>
          </p:cNvPr>
          <p:cNvSpPr txBox="1"/>
          <p:nvPr/>
        </p:nvSpPr>
        <p:spPr>
          <a:xfrm>
            <a:off x="7326465" y="1695633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Alumno-000004</a:t>
            </a:r>
            <a:endParaRPr lang="es-A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83BCDD-F995-AF92-9E9B-5B8A1A68A7DF}"/>
              </a:ext>
            </a:extLst>
          </p:cNvPr>
          <p:cNvSpPr txBox="1"/>
          <p:nvPr/>
        </p:nvSpPr>
        <p:spPr>
          <a:xfrm>
            <a:off x="896645" y="4043966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Alumno-000005</a:t>
            </a:r>
            <a:endParaRPr lang="es-A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E8C47A-5B02-A893-BE7A-AC01326A6086}"/>
              </a:ext>
            </a:extLst>
          </p:cNvPr>
          <p:cNvSpPr txBox="1"/>
          <p:nvPr/>
        </p:nvSpPr>
        <p:spPr>
          <a:xfrm>
            <a:off x="2887631" y="4043965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Alumno-000006</a:t>
            </a:r>
            <a:endParaRPr lang="es-A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E6BE1E-7C5A-9937-F30E-BF095AAF382C}"/>
              </a:ext>
            </a:extLst>
          </p:cNvPr>
          <p:cNvSpPr txBox="1"/>
          <p:nvPr/>
        </p:nvSpPr>
        <p:spPr>
          <a:xfrm>
            <a:off x="5028460" y="4043964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Alumno-000007</a:t>
            </a:r>
            <a:endParaRPr lang="es-A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5B7BA9-FED7-3A2F-B307-92CB5BE5E3D4}"/>
              </a:ext>
            </a:extLst>
          </p:cNvPr>
          <p:cNvSpPr txBox="1"/>
          <p:nvPr/>
        </p:nvSpPr>
        <p:spPr>
          <a:xfrm>
            <a:off x="7326464" y="4043963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Alumno-000008</a:t>
            </a:r>
            <a:endParaRPr lang="es-A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99131A-F94F-C0A8-A0B7-0AE7B19E6561}"/>
              </a:ext>
            </a:extLst>
          </p:cNvPr>
          <p:cNvSpPr txBox="1"/>
          <p:nvPr/>
        </p:nvSpPr>
        <p:spPr>
          <a:xfrm>
            <a:off x="849550" y="6369728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Alumno-000009</a:t>
            </a:r>
            <a:endParaRPr lang="es-A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AE58EA-4ABA-5FA2-0725-7F3BCAAD517D}"/>
              </a:ext>
            </a:extLst>
          </p:cNvPr>
          <p:cNvSpPr txBox="1"/>
          <p:nvPr/>
        </p:nvSpPr>
        <p:spPr>
          <a:xfrm>
            <a:off x="2887631" y="6369727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Alumno-000010</a:t>
            </a:r>
            <a:endParaRPr lang="es-A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964851-7F0D-C0EC-709E-18F914521BF1}"/>
              </a:ext>
            </a:extLst>
          </p:cNvPr>
          <p:cNvSpPr txBox="1"/>
          <p:nvPr/>
        </p:nvSpPr>
        <p:spPr>
          <a:xfrm>
            <a:off x="5073757" y="6343988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Alumno-000011</a:t>
            </a:r>
            <a:endParaRPr lang="es-A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2E0274-EF07-E10B-04F6-0061EAC7F6C8}"/>
              </a:ext>
            </a:extLst>
          </p:cNvPr>
          <p:cNvSpPr txBox="1"/>
          <p:nvPr/>
        </p:nvSpPr>
        <p:spPr>
          <a:xfrm>
            <a:off x="7326464" y="6343987"/>
            <a:ext cx="1216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Alumno-000012</a:t>
            </a:r>
            <a:endParaRPr lang="es-A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DADCC-BA8E-9D84-F20A-A9F5137C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45" y="200871"/>
            <a:ext cx="1445625" cy="14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9B3BD4-21F9-19D5-169F-BC2C437D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75" y="200871"/>
            <a:ext cx="1462677" cy="14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EEF1B-E7AC-E38F-244D-DA14F1F39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581" y="200871"/>
            <a:ext cx="1457008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6B7168-A5AF-1AD0-D3DD-225AACE41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586" y="255633"/>
            <a:ext cx="1462677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FCF9C0-837C-EE38-54C7-270C06508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50" y="2549202"/>
            <a:ext cx="1445714" cy="144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9B15EE-1501-CC4A-95D6-32509FEC48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551" y="2603963"/>
            <a:ext cx="1451429" cy="14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BB361EB-67E7-4CFF-CD96-582C831E0C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2092" y="2603963"/>
            <a:ext cx="1457075" cy="14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93DE7B-3412-9EB9-8438-EACB734C01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067" y="2603963"/>
            <a:ext cx="1445714" cy="144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B202F59-DE1C-5DE7-5145-BB7EBA84FA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550" y="4929728"/>
            <a:ext cx="1445714" cy="1440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A64B851-204C-D14D-D6CC-0DA8EE2852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0551" y="4929727"/>
            <a:ext cx="1468572" cy="144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89E6FE1-9D5E-3654-E7C9-BC7AEB32A5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6229" y="4929727"/>
            <a:ext cx="1468800" cy="144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188368D-E82F-8EDD-EBEC-49D5D90305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9983" y="4929727"/>
            <a:ext cx="145728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31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12</Words>
  <Application>Microsoft Office PowerPoint</Application>
  <PresentationFormat>A4 Paper (210x297 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Notebook</dc:creator>
  <cp:lastModifiedBy>Notebook</cp:lastModifiedBy>
  <cp:revision>2</cp:revision>
  <dcterms:created xsi:type="dcterms:W3CDTF">2026-07-24T02:17:00Z</dcterms:created>
  <dcterms:modified xsi:type="dcterms:W3CDTF">2026-07-24T04:19:12Z</dcterms:modified>
</cp:coreProperties>
</file>